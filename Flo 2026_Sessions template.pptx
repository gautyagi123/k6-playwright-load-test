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9"/>
  </p:notesMasterIdLst>
  <p:sldIdLst>
    <p:sldId id="258" r:id="rId5"/>
    <p:sldId id="256" r:id="rId6"/>
    <p:sldId id="257" r:id="rId7"/>
    <p:sldId id="259" r:id="rId8"/>
  </p:sldIdLst>
  <p:sldSz cx="15238413" cy="79740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40A8"/>
    <a:srgbClr val="47D7AC"/>
    <a:srgbClr val="06041F"/>
    <a:srgbClr val="00000A"/>
    <a:srgbClr val="8893A5"/>
    <a:srgbClr val="2E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6"/>
    <p:restoredTop sz="94589"/>
  </p:normalViewPr>
  <p:slideViewPr>
    <p:cSldViewPr snapToGrid="0">
      <p:cViewPr varScale="1">
        <p:scale>
          <a:sx n="103" d="100"/>
          <a:sy n="103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6BAEB-C86E-674C-9D24-DE11C5662F0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143000"/>
            <a:ext cx="5895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DB6E7-66DA-4943-A5F9-683706E2F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8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1pPr>
    <a:lvl2pPr marL="557098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2pPr>
    <a:lvl3pPr marL="1114196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3pPr>
    <a:lvl4pPr marL="1671295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4pPr>
    <a:lvl5pPr marL="2228393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5pPr>
    <a:lvl6pPr marL="2785491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6pPr>
    <a:lvl7pPr marL="3342589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7pPr>
    <a:lvl8pPr marL="3899687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8pPr>
    <a:lvl9pPr marL="4456786" algn="l" defTabSz="1114196" rtl="0" eaLnBrk="1" latinLnBrk="0" hangingPunct="1">
      <a:defRPr sz="14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AA63-CF0C-4D81-B4E5-5C6DE484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13518-2F4B-9CD5-5F2B-CC629404C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09A8F-A25B-EF00-A9C5-B572E73F8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1FA57-AD40-526E-62A6-078EEA2A1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41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9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2C68B-FD07-7C66-33AF-8E30808B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4E5B0-591F-3C38-0329-9FC269769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CD8DB-41DE-0937-43C2-7CB76FF0E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705AE-5EF6-6026-F425-6EE41F042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36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AB35-F203-37AB-A187-41DB7A05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CBDC8-9A85-9689-7DC9-15E265DDC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610AD-264B-A3EA-A183-EB50A4027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ED8F1-1C0F-3807-77B2-B3D70B854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2DB6E7-66DA-4943-A5F9-683706E2F8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D2E6-54DF-BD5D-256C-F04FDB724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4802" y="1305007"/>
            <a:ext cx="11428810" cy="2776138"/>
          </a:xfrm>
        </p:spPr>
        <p:txBody>
          <a:bodyPr anchor="b"/>
          <a:lstStyle>
            <a:lvl1pPr algn="ctr">
              <a:defRPr sz="697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1B09B-1435-160F-D84A-F1D7BA887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4802" y="4188203"/>
            <a:ext cx="11428810" cy="1925207"/>
          </a:xfrm>
        </p:spPr>
        <p:txBody>
          <a:bodyPr/>
          <a:lstStyle>
            <a:lvl1pPr marL="0" indent="0" algn="ctr">
              <a:buNone/>
              <a:defRPr sz="2790"/>
            </a:lvl1pPr>
            <a:lvl2pPr marL="531586" indent="0" algn="ctr">
              <a:buNone/>
              <a:defRPr sz="2325"/>
            </a:lvl2pPr>
            <a:lvl3pPr marL="1063173" indent="0" algn="ctr">
              <a:buNone/>
              <a:defRPr sz="2093"/>
            </a:lvl3pPr>
            <a:lvl4pPr marL="1594759" indent="0" algn="ctr">
              <a:buNone/>
              <a:defRPr sz="1860"/>
            </a:lvl4pPr>
            <a:lvl5pPr marL="2126346" indent="0" algn="ctr">
              <a:buNone/>
              <a:defRPr sz="1860"/>
            </a:lvl5pPr>
            <a:lvl6pPr marL="2657932" indent="0" algn="ctr">
              <a:buNone/>
              <a:defRPr sz="1860"/>
            </a:lvl6pPr>
            <a:lvl7pPr marL="3189519" indent="0" algn="ctr">
              <a:buNone/>
              <a:defRPr sz="1860"/>
            </a:lvl7pPr>
            <a:lvl8pPr marL="3721105" indent="0" algn="ctr">
              <a:buNone/>
              <a:defRPr sz="1860"/>
            </a:lvl8pPr>
            <a:lvl9pPr marL="4252692" indent="0" algn="ctr">
              <a:buNone/>
              <a:defRPr sz="186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2505-7B83-FDDA-791D-C048C9B3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4E76A-2BD3-549C-BACE-C64BB50D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11D78-95BA-267F-FB43-513FCEC6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1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EC5D-B37B-14F1-312E-16F13CE3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5090-1D2B-BE00-557E-2E029AA4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8420-21D4-AE52-A924-34768E1A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6999E-BBB7-607B-559A-BC6BEA8C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F67B-40B6-C12A-94FF-04FF1F2C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0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21CE-D3D7-79EF-A7C3-5EBA6882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704" y="1987967"/>
            <a:ext cx="13143131" cy="3316967"/>
          </a:xfrm>
        </p:spPr>
        <p:txBody>
          <a:bodyPr anchor="b"/>
          <a:lstStyle>
            <a:lvl1pPr>
              <a:defRPr sz="6976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90808-3BF0-9317-6BC3-2ED6B353E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704" y="5336314"/>
            <a:ext cx="13143131" cy="1744315"/>
          </a:xfrm>
        </p:spPr>
        <p:txBody>
          <a:bodyPr/>
          <a:lstStyle>
            <a:lvl1pPr marL="0" indent="0">
              <a:buNone/>
              <a:defRPr sz="2790">
                <a:solidFill>
                  <a:schemeClr val="tx1">
                    <a:tint val="82000"/>
                  </a:schemeClr>
                </a:solidFill>
              </a:defRPr>
            </a:lvl1pPr>
            <a:lvl2pPr marL="531586" indent="0">
              <a:buNone/>
              <a:defRPr sz="2325">
                <a:solidFill>
                  <a:schemeClr val="tx1">
                    <a:tint val="82000"/>
                  </a:schemeClr>
                </a:solidFill>
              </a:defRPr>
            </a:lvl2pPr>
            <a:lvl3pPr marL="1063173" indent="0">
              <a:buNone/>
              <a:defRPr sz="2093">
                <a:solidFill>
                  <a:schemeClr val="tx1">
                    <a:tint val="82000"/>
                  </a:schemeClr>
                </a:solidFill>
              </a:defRPr>
            </a:lvl3pPr>
            <a:lvl4pPr marL="1594759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4pPr>
            <a:lvl5pPr marL="2126346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5pPr>
            <a:lvl6pPr marL="2657932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6pPr>
            <a:lvl7pPr marL="3189519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7pPr>
            <a:lvl8pPr marL="3721105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8pPr>
            <a:lvl9pPr marL="4252692" indent="0">
              <a:buNone/>
              <a:defRPr sz="18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B3775-B979-EB67-3B0D-7CA7B4E5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3526-557B-1541-208D-E9CDC86D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03F0-7FA8-A27E-EA73-A752056F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1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272F-CA2F-318F-80E5-8FBEF328B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C616A-0B2E-158F-20E3-0CEE87D79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7641" y="2122712"/>
            <a:ext cx="6476326" cy="50594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C1C34-1A0E-0675-1BDE-B69D944CB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14446" y="2122712"/>
            <a:ext cx="6476326" cy="50594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65D08-2E04-73E4-682A-4B97809E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10365-9D84-58F4-ADF0-270307FE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753AD-14EB-6B10-7B4D-820991CC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DD48-F953-A74B-4688-087380A9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6" y="424543"/>
            <a:ext cx="13143131" cy="154127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F4CA0-62B8-40D6-C494-0A08F9482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9626" y="1954742"/>
            <a:ext cx="6446562" cy="957988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586" indent="0">
              <a:buNone/>
              <a:defRPr sz="2325" b="1"/>
            </a:lvl2pPr>
            <a:lvl3pPr marL="1063173" indent="0">
              <a:buNone/>
              <a:defRPr sz="2093" b="1"/>
            </a:lvl3pPr>
            <a:lvl4pPr marL="1594759" indent="0">
              <a:buNone/>
              <a:defRPr sz="1860" b="1"/>
            </a:lvl4pPr>
            <a:lvl5pPr marL="2126346" indent="0">
              <a:buNone/>
              <a:defRPr sz="1860" b="1"/>
            </a:lvl5pPr>
            <a:lvl6pPr marL="2657932" indent="0">
              <a:buNone/>
              <a:defRPr sz="1860" b="1"/>
            </a:lvl6pPr>
            <a:lvl7pPr marL="3189519" indent="0">
              <a:buNone/>
              <a:defRPr sz="1860" b="1"/>
            </a:lvl7pPr>
            <a:lvl8pPr marL="3721105" indent="0">
              <a:buNone/>
              <a:defRPr sz="1860" b="1"/>
            </a:lvl8pPr>
            <a:lvl9pPr marL="4252692" indent="0">
              <a:buNone/>
              <a:defRPr sz="18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998E3-900F-CC36-8DE0-B6C3CA820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9626" y="2912730"/>
            <a:ext cx="6446562" cy="4284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7EA655-428D-F604-98AC-BB6458DB1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14447" y="1954742"/>
            <a:ext cx="6478310" cy="957988"/>
          </a:xfrm>
        </p:spPr>
        <p:txBody>
          <a:bodyPr anchor="b"/>
          <a:lstStyle>
            <a:lvl1pPr marL="0" indent="0">
              <a:buNone/>
              <a:defRPr sz="2790" b="1"/>
            </a:lvl1pPr>
            <a:lvl2pPr marL="531586" indent="0">
              <a:buNone/>
              <a:defRPr sz="2325" b="1"/>
            </a:lvl2pPr>
            <a:lvl3pPr marL="1063173" indent="0">
              <a:buNone/>
              <a:defRPr sz="2093" b="1"/>
            </a:lvl3pPr>
            <a:lvl4pPr marL="1594759" indent="0">
              <a:buNone/>
              <a:defRPr sz="1860" b="1"/>
            </a:lvl4pPr>
            <a:lvl5pPr marL="2126346" indent="0">
              <a:buNone/>
              <a:defRPr sz="1860" b="1"/>
            </a:lvl5pPr>
            <a:lvl6pPr marL="2657932" indent="0">
              <a:buNone/>
              <a:defRPr sz="1860" b="1"/>
            </a:lvl6pPr>
            <a:lvl7pPr marL="3189519" indent="0">
              <a:buNone/>
              <a:defRPr sz="1860" b="1"/>
            </a:lvl7pPr>
            <a:lvl8pPr marL="3721105" indent="0">
              <a:buNone/>
              <a:defRPr sz="1860" b="1"/>
            </a:lvl8pPr>
            <a:lvl9pPr marL="4252692" indent="0">
              <a:buNone/>
              <a:defRPr sz="18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DB6D4-FB99-2FBC-FEEC-8B4711BFD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14447" y="2912730"/>
            <a:ext cx="6478310" cy="4284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75F7B-1B71-EDC1-EA3B-38E576BA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FE36F-27FD-E178-468B-2229EA94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6810D-B529-D8A4-1092-0AC84B5B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8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7F01-F3EF-6272-6110-E1FC262A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29A5A-3030-8566-1463-FEAAB4DD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48D55-F7C4-9389-DC96-AC27E39C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DFFB9-55B8-BC47-B385-CB3E0F2A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5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C700F-37D9-9E9D-8B9E-5E4E838C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B15D-081C-4C2E-4E0C-71103A99F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072FA-0B6A-2921-CF42-33EA0DAE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7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501C7-84E3-FE56-1E0D-0F185CFD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7" y="531601"/>
            <a:ext cx="4914784" cy="1860603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C4C7-68C8-C8F1-283A-88423E84C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8310" y="1148111"/>
            <a:ext cx="7714447" cy="5666718"/>
          </a:xfrm>
        </p:spPr>
        <p:txBody>
          <a:bodyPr/>
          <a:lstStyle>
            <a:lvl1pPr>
              <a:defRPr sz="3721"/>
            </a:lvl1pPr>
            <a:lvl2pPr>
              <a:defRPr sz="3256"/>
            </a:lvl2pPr>
            <a:lvl3pPr>
              <a:defRPr sz="2790"/>
            </a:lvl3pPr>
            <a:lvl4pPr>
              <a:defRPr sz="2325"/>
            </a:lvl4pPr>
            <a:lvl5pPr>
              <a:defRPr sz="2325"/>
            </a:lvl5pPr>
            <a:lvl6pPr>
              <a:defRPr sz="2325"/>
            </a:lvl6pPr>
            <a:lvl7pPr>
              <a:defRPr sz="2325"/>
            </a:lvl7pPr>
            <a:lvl8pPr>
              <a:defRPr sz="2325"/>
            </a:lvl8pPr>
            <a:lvl9pPr>
              <a:defRPr sz="23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DE360-4568-BD08-98C7-C37EA00A8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627" y="2392204"/>
            <a:ext cx="4914784" cy="4431854"/>
          </a:xfrm>
        </p:spPr>
        <p:txBody>
          <a:bodyPr/>
          <a:lstStyle>
            <a:lvl1pPr marL="0" indent="0">
              <a:buNone/>
              <a:defRPr sz="1860"/>
            </a:lvl1pPr>
            <a:lvl2pPr marL="531586" indent="0">
              <a:buNone/>
              <a:defRPr sz="1628"/>
            </a:lvl2pPr>
            <a:lvl3pPr marL="1063173" indent="0">
              <a:buNone/>
              <a:defRPr sz="1395"/>
            </a:lvl3pPr>
            <a:lvl4pPr marL="1594759" indent="0">
              <a:buNone/>
              <a:defRPr sz="1163"/>
            </a:lvl4pPr>
            <a:lvl5pPr marL="2126346" indent="0">
              <a:buNone/>
              <a:defRPr sz="1163"/>
            </a:lvl5pPr>
            <a:lvl6pPr marL="2657932" indent="0">
              <a:buNone/>
              <a:defRPr sz="1163"/>
            </a:lvl6pPr>
            <a:lvl7pPr marL="3189519" indent="0">
              <a:buNone/>
              <a:defRPr sz="1163"/>
            </a:lvl7pPr>
            <a:lvl8pPr marL="3721105" indent="0">
              <a:buNone/>
              <a:defRPr sz="1163"/>
            </a:lvl8pPr>
            <a:lvl9pPr marL="4252692" indent="0">
              <a:buNone/>
              <a:defRPr sz="11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F8A20-BEC1-151B-5C1A-15A1BF31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9CBC9-1E70-201E-26A4-39E2F603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AA0AB-3B06-6EF3-B606-C242A1D3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5E21-E7CA-9B7E-BD39-D47209F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627" y="531601"/>
            <a:ext cx="4914784" cy="1860603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A5C1E-2691-EA46-5824-FD5BAED95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78310" y="1148111"/>
            <a:ext cx="7714447" cy="5666718"/>
          </a:xfrm>
        </p:spPr>
        <p:txBody>
          <a:bodyPr/>
          <a:lstStyle>
            <a:lvl1pPr marL="0" indent="0">
              <a:buNone/>
              <a:defRPr sz="3721"/>
            </a:lvl1pPr>
            <a:lvl2pPr marL="531586" indent="0">
              <a:buNone/>
              <a:defRPr sz="3256"/>
            </a:lvl2pPr>
            <a:lvl3pPr marL="1063173" indent="0">
              <a:buNone/>
              <a:defRPr sz="2790"/>
            </a:lvl3pPr>
            <a:lvl4pPr marL="1594759" indent="0">
              <a:buNone/>
              <a:defRPr sz="2325"/>
            </a:lvl4pPr>
            <a:lvl5pPr marL="2126346" indent="0">
              <a:buNone/>
              <a:defRPr sz="2325"/>
            </a:lvl5pPr>
            <a:lvl6pPr marL="2657932" indent="0">
              <a:buNone/>
              <a:defRPr sz="2325"/>
            </a:lvl6pPr>
            <a:lvl7pPr marL="3189519" indent="0">
              <a:buNone/>
              <a:defRPr sz="2325"/>
            </a:lvl7pPr>
            <a:lvl8pPr marL="3721105" indent="0">
              <a:buNone/>
              <a:defRPr sz="2325"/>
            </a:lvl8pPr>
            <a:lvl9pPr marL="4252692" indent="0">
              <a:buNone/>
              <a:defRPr sz="23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16202-258E-D840-986E-06784D04E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9627" y="2392204"/>
            <a:ext cx="4914784" cy="4431854"/>
          </a:xfrm>
        </p:spPr>
        <p:txBody>
          <a:bodyPr/>
          <a:lstStyle>
            <a:lvl1pPr marL="0" indent="0">
              <a:buNone/>
              <a:defRPr sz="1860"/>
            </a:lvl1pPr>
            <a:lvl2pPr marL="531586" indent="0">
              <a:buNone/>
              <a:defRPr sz="1628"/>
            </a:lvl2pPr>
            <a:lvl3pPr marL="1063173" indent="0">
              <a:buNone/>
              <a:defRPr sz="1395"/>
            </a:lvl3pPr>
            <a:lvl4pPr marL="1594759" indent="0">
              <a:buNone/>
              <a:defRPr sz="1163"/>
            </a:lvl4pPr>
            <a:lvl5pPr marL="2126346" indent="0">
              <a:buNone/>
              <a:defRPr sz="1163"/>
            </a:lvl5pPr>
            <a:lvl6pPr marL="2657932" indent="0">
              <a:buNone/>
              <a:defRPr sz="1163"/>
            </a:lvl6pPr>
            <a:lvl7pPr marL="3189519" indent="0">
              <a:buNone/>
              <a:defRPr sz="1163"/>
            </a:lvl7pPr>
            <a:lvl8pPr marL="3721105" indent="0">
              <a:buNone/>
              <a:defRPr sz="1163"/>
            </a:lvl8pPr>
            <a:lvl9pPr marL="4252692" indent="0">
              <a:buNone/>
              <a:defRPr sz="11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05ADD-FB42-0F47-D456-41D38799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2999A-7B9E-1A91-E6DC-1CC3D474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352B-BAF1-E5F2-4B68-5A75D259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9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B91D-318F-E7B1-EA18-3F5CD0CC1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56820-57F1-B768-66ED-7E0B1B2E0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C422-EE86-20E5-3118-E08D5F7B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9386-3F7F-5112-025A-E4DB449D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D6E8-F3A8-4877-542D-4B02CBA65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7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B5F632-18CB-3BD3-24EA-4491F816D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04989" y="424543"/>
            <a:ext cx="3285783" cy="675760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D5020-02B2-D04E-731F-8F2B2B25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7641" y="424543"/>
            <a:ext cx="9666868" cy="67576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B0F4A-6265-04FD-4AD5-F8366F3D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402E-FF6A-39AC-9CD3-C3093317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BAE6-58D4-DE47-227A-9BC8B988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6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6702B-80F8-DD12-3922-C0F27409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641" y="424543"/>
            <a:ext cx="13143131" cy="1541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BE457-6D9A-0523-5E16-8FC7CAC9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641" y="2122712"/>
            <a:ext cx="13143131" cy="5059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2895-8B59-75D6-8001-393CB6DF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641" y="7390729"/>
            <a:ext cx="3428643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C5C22-7F78-6A4F-9DA8-B6FB0648743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1078-D2E3-ED03-D55A-CB70B0850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7725" y="7390729"/>
            <a:ext cx="5142964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31AA5-9D84-D032-163C-890CF4E3F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2129" y="7390729"/>
            <a:ext cx="3428643" cy="424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DB811-F107-8A4E-9DF6-261B76336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1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63173" rtl="0" eaLnBrk="1" latinLnBrk="0" hangingPunct="1">
        <a:lnSpc>
          <a:spcPct val="90000"/>
        </a:lnSpc>
        <a:spcBef>
          <a:spcPct val="0"/>
        </a:spcBef>
        <a:buNone/>
        <a:defRPr sz="51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5793" indent="-265793" algn="l" defTabSz="1063173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3256" kern="1200">
          <a:solidFill>
            <a:schemeClr val="tx1"/>
          </a:solidFill>
          <a:latin typeface="+mn-lt"/>
          <a:ea typeface="+mn-ea"/>
          <a:cs typeface="+mn-cs"/>
        </a:defRPr>
      </a:lvl1pPr>
      <a:lvl2pPr marL="797380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328966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860553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392139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923725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455312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986898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518485" indent="-265793" algn="l" defTabSz="1063173" rtl="0" eaLnBrk="1" latinLnBrk="0" hangingPunct="1">
        <a:lnSpc>
          <a:spcPct val="90000"/>
        </a:lnSpc>
        <a:spcBef>
          <a:spcPts val="581"/>
        </a:spcBef>
        <a:buFont typeface="Arial" panose="020B0604020202020204" pitchFamily="34" charset="0"/>
        <a:buChar char="•"/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1pPr>
      <a:lvl2pPr marL="531586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2pPr>
      <a:lvl3pPr marL="1063173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3pPr>
      <a:lvl4pPr marL="1594759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4pPr>
      <a:lvl5pPr marL="2126346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5pPr>
      <a:lvl6pPr marL="2657932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6pPr>
      <a:lvl7pPr marL="3189519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7pPr>
      <a:lvl8pPr marL="3721105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8pPr>
      <a:lvl9pPr marL="4252692" algn="l" defTabSz="1063173" rtl="0" eaLnBrk="1" latinLnBrk="0" hangingPunct="1">
        <a:defRPr sz="20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5F7B6-233A-6AC9-E40F-DB767F98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7206CC-59AB-F706-F674-F219F784B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2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43F070A0-28F1-1827-B5AD-98B329859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96CBBF-78D2-4227-5B9F-58B9E11488BC}"/>
              </a:ext>
            </a:extLst>
          </p:cNvPr>
          <p:cNvSpPr txBox="1"/>
          <p:nvPr/>
        </p:nvSpPr>
        <p:spPr>
          <a:xfrm>
            <a:off x="819805" y="2749813"/>
            <a:ext cx="1142328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0" dirty="0">
                <a:solidFill>
                  <a:schemeClr val="bg1"/>
                </a:solidFill>
                <a:latin typeface="Equip Extended Medium" panose="02000603000000020004" pitchFamily="2" charset="77"/>
              </a:rPr>
              <a:t>How AI is Changing Healthcare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8D4C6-A769-091C-F0C6-5ED2B61EA231}"/>
              </a:ext>
            </a:extLst>
          </p:cNvPr>
          <p:cNvSpPr txBox="1"/>
          <p:nvPr/>
        </p:nvSpPr>
        <p:spPr>
          <a:xfrm>
            <a:off x="887557" y="5883146"/>
            <a:ext cx="503762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Equip" panose="02000503030000020004" pitchFamily="2" charset="77"/>
              </a:rPr>
              <a:t>Format: 8 x 5 Light - Speed Talks​</a:t>
            </a:r>
          </a:p>
          <a:p>
            <a:r>
              <a:rPr lang="en-US" sz="2500" dirty="0">
                <a:solidFill>
                  <a:schemeClr val="bg1"/>
                </a:solidFill>
                <a:latin typeface="Equip" panose="02000503030000020004" pitchFamily="2" charset="77"/>
              </a:rPr>
              <a:t>Area: 6.02N​</a:t>
            </a:r>
            <a:endParaRPr lang="en-IN" sz="2500" b="1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0F6E1-23AC-FC16-D605-4F35D04801CA}"/>
              </a:ext>
            </a:extLst>
          </p:cNvPr>
          <p:cNvSpPr txBox="1"/>
          <p:nvPr/>
        </p:nvSpPr>
        <p:spPr>
          <a:xfrm>
            <a:off x="851337" y="2195815"/>
            <a:ext cx="76537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47D7AC"/>
                </a:solidFill>
                <a:latin typeface="Equip Extended Medium" panose="02000603000000020004" pitchFamily="2" charset="77"/>
              </a:rPr>
              <a:t>Flo 2026</a:t>
            </a:r>
            <a:endParaRPr lang="en-IN" sz="3000" b="1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E0160-65DB-DD61-78E5-AE7542A3F224}"/>
              </a:ext>
            </a:extLst>
          </p:cNvPr>
          <p:cNvSpPr txBox="1"/>
          <p:nvPr/>
        </p:nvSpPr>
        <p:spPr>
          <a:xfrm>
            <a:off x="9763569" y="7022136"/>
            <a:ext cx="5037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Equip Extended Medium" panose="02000603000000020004" pitchFamily="2" charset="77"/>
              </a:rPr>
              <a:t>Flo beyond the waves</a:t>
            </a:r>
            <a:endParaRPr lang="en-IN" sz="2000" kern="100" dirty="0">
              <a:solidFill>
                <a:schemeClr val="bg1"/>
              </a:solidFill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6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2B5C5BA-A6D1-C158-7A0B-9DBECE42B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8" y="1"/>
            <a:ext cx="15236965" cy="7974012"/>
          </a:xfrm>
          <a:prstGeom prst="rect">
            <a:avLst/>
          </a:prstGeom>
        </p:spPr>
      </p:pic>
      <p:pic>
        <p:nvPicPr>
          <p:cNvPr id="15" name="Picture 14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C81CB35D-435D-6A6B-F398-B6FF7DA13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BCBD95A-CA8A-EBB3-C750-B918140EA84B}"/>
              </a:ext>
            </a:extLst>
          </p:cNvPr>
          <p:cNvSpPr txBox="1"/>
          <p:nvPr/>
        </p:nvSpPr>
        <p:spPr>
          <a:xfrm>
            <a:off x="797550" y="1209005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AF709B-F0D4-FAC2-6B59-781739DD6253}"/>
              </a:ext>
            </a:extLst>
          </p:cNvPr>
          <p:cNvSpPr txBox="1"/>
          <p:nvPr/>
        </p:nvSpPr>
        <p:spPr>
          <a:xfrm>
            <a:off x="851337" y="2288370"/>
            <a:ext cx="50376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A9147-054F-C1EE-05B4-C63DAFA1EF55}"/>
              </a:ext>
            </a:extLst>
          </p:cNvPr>
          <p:cNvSpPr txBox="1"/>
          <p:nvPr/>
        </p:nvSpPr>
        <p:spPr>
          <a:xfrm>
            <a:off x="6486018" y="2288370"/>
            <a:ext cx="50376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2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65AC0-2742-AC21-433B-FF9E1F96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24DB28A-14DC-BE39-D631-B78728B5A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2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54D2219F-047B-E6F6-A7A8-F36FF8362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629940-D0AB-FE88-E889-DC52ADB34464}"/>
              </a:ext>
            </a:extLst>
          </p:cNvPr>
          <p:cNvSpPr txBox="1"/>
          <p:nvPr/>
        </p:nvSpPr>
        <p:spPr>
          <a:xfrm>
            <a:off x="5866856" y="1894923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D7F29-0D8F-2F9A-47EF-D661690AD409}"/>
              </a:ext>
            </a:extLst>
          </p:cNvPr>
          <p:cNvSpPr txBox="1"/>
          <p:nvPr/>
        </p:nvSpPr>
        <p:spPr>
          <a:xfrm>
            <a:off x="5920643" y="2974288"/>
            <a:ext cx="81482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7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4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5DA4D-0490-20AC-C53F-74C63EB7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957E19-DA18-3268-173D-5CE98D85B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" y="0"/>
            <a:ext cx="15236965" cy="7974011"/>
          </a:xfrm>
          <a:prstGeom prst="rect">
            <a:avLst/>
          </a:prstGeom>
        </p:spPr>
      </p:pic>
      <p:pic>
        <p:nvPicPr>
          <p:cNvPr id="9" name="Picture 8" descr="A green swirly circle on a black background&#10;&#10;Description automatically generated">
            <a:extLst>
              <a:ext uri="{FF2B5EF4-FFF2-40B4-BE49-F238E27FC236}">
                <a16:creationId xmlns:a16="http://schemas.microsoft.com/office/drawing/2014/main" id="{4EDEB07E-C5F0-368F-C60E-E80209BE9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4118" y="301925"/>
            <a:ext cx="907080" cy="907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622F1D-A667-8271-7518-B06FF7A689E4}"/>
              </a:ext>
            </a:extLst>
          </p:cNvPr>
          <p:cNvSpPr txBox="1"/>
          <p:nvPr/>
        </p:nvSpPr>
        <p:spPr>
          <a:xfrm>
            <a:off x="1599656" y="2488481"/>
            <a:ext cx="7653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47D7AC"/>
                </a:solidFill>
                <a:latin typeface="Equip Extended Medium" panose="02000603000000020004" pitchFamily="2" charset="77"/>
              </a:rPr>
              <a:t>Lorem ipsum</a:t>
            </a:r>
            <a:endParaRPr lang="en-IN" sz="4000" kern="100" dirty="0">
              <a:solidFill>
                <a:srgbClr val="47D7AC"/>
              </a:solidFill>
              <a:effectLst/>
              <a:latin typeface="Equip Extended Medium" panose="0200060300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0A040-86DB-2BD7-0403-A2BF90797201}"/>
              </a:ext>
            </a:extLst>
          </p:cNvPr>
          <p:cNvSpPr txBox="1"/>
          <p:nvPr/>
        </p:nvSpPr>
        <p:spPr>
          <a:xfrm>
            <a:off x="1653443" y="3567846"/>
            <a:ext cx="81482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amet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consectetur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adipiscing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sed do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eiusmod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tempor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incididunt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labore et dolore magna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Ut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ad minim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veniam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quis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nostrud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exercitation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ullamco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laboris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nisi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ut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aliquip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ex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commodo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consequat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Duis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aute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irure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reprehenderit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voluptate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velit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esse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cillum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dolore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eu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fugiat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nulla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pariatur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Excepteur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sint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occaecat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cupidatat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non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proident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, sunt in culpa qui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officia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deserunt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mollit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anim</a:t>
            </a:r>
            <a:r>
              <a:rPr lang="en-US" dirty="0">
                <a:solidFill>
                  <a:schemeClr val="bg1"/>
                </a:solidFill>
                <a:latin typeface="Equip" panose="02000503030000020004" pitchFamily="2" charset="77"/>
              </a:rPr>
              <a:t> id est </a:t>
            </a:r>
            <a:r>
              <a:rPr lang="en-US" dirty="0" err="1">
                <a:solidFill>
                  <a:schemeClr val="bg1"/>
                </a:solidFill>
                <a:latin typeface="Equip" panose="02000503030000020004" pitchFamily="2" charset="77"/>
              </a:rPr>
              <a:t>laborum</a:t>
            </a:r>
            <a:endParaRPr lang="en-IN" kern="100" dirty="0">
              <a:solidFill>
                <a:schemeClr val="bg1"/>
              </a:solidFill>
              <a:latin typeface="Equip" panose="02000503030000020004" pitchFamily="2" charset="77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9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077B8346CA1428487411642786F5C" ma:contentTypeVersion="18" ma:contentTypeDescription="Create a new document." ma:contentTypeScope="" ma:versionID="fc136ac50ed7dd3c2ea0e85bbcb2bb81">
  <xsd:schema xmlns:xsd="http://www.w3.org/2001/XMLSchema" xmlns:xs="http://www.w3.org/2001/XMLSchema" xmlns:p="http://schemas.microsoft.com/office/2006/metadata/properties" xmlns:ns2="fb5c7eed-42fc-4d31-be03-4108572754ce" xmlns:ns3="fe0baae0-0818-4a0d-bcb4-431aeaf04f26" targetNamespace="http://schemas.microsoft.com/office/2006/metadata/properties" ma:root="true" ma:fieldsID="ff5346d2f43cd014d73845e0cc56a01b" ns2:_="" ns3:_="">
    <xsd:import namespace="fb5c7eed-42fc-4d31-be03-4108572754ce"/>
    <xsd:import namespace="fe0baae0-0818-4a0d-bcb4-431aeaf04f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c7eed-42fc-4d31-be03-4108572754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2715f63-63d5-4241-9ac6-6337b50939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0baae0-0818-4a0d-bcb4-431aeaf04f2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9811934-00c5-464d-b33f-daead9a74591}" ma:internalName="TaxCatchAll" ma:showField="CatchAllData" ma:web="fe0baae0-0818-4a0d-bcb4-431aeaf04f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5c7eed-42fc-4d31-be03-4108572754ce">
      <Terms xmlns="http://schemas.microsoft.com/office/infopath/2007/PartnerControls"/>
    </lcf76f155ced4ddcb4097134ff3c332f>
    <TaxCatchAll xmlns="fe0baae0-0818-4a0d-bcb4-431aeaf04f26" xsi:nil="true"/>
  </documentManagement>
</p:properties>
</file>

<file path=customXml/itemProps1.xml><?xml version="1.0" encoding="utf-8"?>
<ds:datastoreItem xmlns:ds="http://schemas.openxmlformats.org/officeDocument/2006/customXml" ds:itemID="{89A956B8-E7FF-42A3-ACC6-3AE9C74D39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5976F3-EDC0-4B0F-B7D5-6F1F896E1A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5c7eed-42fc-4d31-be03-4108572754ce"/>
    <ds:schemaRef ds:uri="fe0baae0-0818-4a0d-bcb4-431aeaf04f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EEA5AC-5FF9-4634-A3F3-AD0BE93D5DF2}">
  <ds:schemaRefs>
    <ds:schemaRef ds:uri="http://schemas.microsoft.com/office/2006/metadata/properties"/>
    <ds:schemaRef ds:uri="http://schemas.microsoft.com/office/infopath/2007/PartnerControls"/>
    <ds:schemaRef ds:uri="fb5c7eed-42fc-4d31-be03-4108572754ce"/>
    <ds:schemaRef ds:uri="fe0baae0-0818-4a0d-bcb4-431aeaf04f2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337</Words>
  <Application>Microsoft Office PowerPoint</Application>
  <PresentationFormat>Custom</PresentationFormat>
  <Paragraphs>16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Magan</dc:creator>
  <cp:lastModifiedBy>Harsh Magan</cp:lastModifiedBy>
  <cp:revision>27</cp:revision>
  <dcterms:created xsi:type="dcterms:W3CDTF">2024-07-18T07:24:48Z</dcterms:created>
  <dcterms:modified xsi:type="dcterms:W3CDTF">2026-09-17T06:56:32Z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0x0101001DF077B8346CA1428487411642786F5C</vt:lpwstr>
  </property>
  <property fmtid="{D5CDD505-2E9C-101B-9397-08002B2CF9AE}" pid="3" name="MediaServiceImageTags">
    <vt:lpwstr/>
  </property>
</Properties>
</file>